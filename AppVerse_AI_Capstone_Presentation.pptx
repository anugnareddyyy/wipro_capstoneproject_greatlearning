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JAVA FULL STACK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AppVerse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 Marketplace &amp; AI-Powered Analytics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marketplace combining Spring Boot microservices, React,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security, and Gemini AI for recommendations, sentiment analysis, and chat assistance.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2377440" cy="502920"/>
          </a:xfrm>
          <a:prstGeom prst="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5120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5120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51206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5120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 Anugna Reddy   |   Java Full Stack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0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app marketplace — like a mini Google Play Store — where developers publish apps, users discover and review them, and an AI layer powers recommendations, sentiment analysis, and a conversational assistant.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264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Marketplace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experiences for User, Developer, and Admin with JWT-secured REST APIs.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291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3264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3840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using collaborative + content-based filtering.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93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Moderation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669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review sentiment detection, rating prediction, fake-review flagging.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8920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51206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5093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5669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downloads, revenue, and engagement insights for developers.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Roles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USER / DEVELOPER / ADMIN roles, secure password hashing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9432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Marketplace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category filters, search, ratings &amp; reviews, price sorting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21624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21624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suggestions, similar-app prediction, trending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Console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Upload/manage apps, version control, release notes, download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99432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Sentiment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9432" y="5440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Positive/negative detection, rating prediction, fake-review flagging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93024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21624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21624" y="5440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trend, revenue insights, user engagement reports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Modern Full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React Router v6, Axios, Recharts, Lucide Icons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09728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50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450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3.2, Spring Security, Spring Data JPA,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109728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638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16382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normalized relational schema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09728" cy="5486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770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87705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authentication, role-based access control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109728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902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590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for chat + rule-based ML for sentiment/ratings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0972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03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5303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AssertJ — service-layer unit tests with H2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Client → Security → Controller → Service (Design Patterns) → Repository → Database</a:t>
            </a:r>
            <a:endParaRPr lang="en-US" sz="1250" dirty="0"/>
          </a:p>
        </p:txBody>
      </p:sp>
      <p:pic>
        <p:nvPicPr>
          <p:cNvPr id="5" name="Image 0" descr="/home/claude/appverse-docs/diagrams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600200"/>
            <a:ext cx="960120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schema: User, App, Review, Download, and AppVersion entities with their key relationships</a:t>
            </a:r>
            <a:endParaRPr lang="en-US" sz="1250" dirty="0"/>
          </a:p>
        </p:txBody>
      </p:sp>
      <p:pic>
        <p:nvPicPr>
          <p:cNvPr id="5" name="Image 0" descr="/home/claude/appverse-docs/diagram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20240" y="1600200"/>
            <a:ext cx="832104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classes plus Strategy and Observer design pattern implementations</a:t>
            </a:r>
            <a:endParaRPr lang="en-US" sz="1250" dirty="0"/>
          </a:p>
        </p:txBody>
      </p:sp>
      <p:pic>
        <p:nvPicPr>
          <p:cNvPr id="5" name="Image 0" descr="/home/claude/appverse-docs/diagrams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1088136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(Level 1)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between users, core processes, the Gemini AI service, and data stores</a:t>
            </a:r>
            <a:endParaRPr lang="en-US" sz="1250" dirty="0"/>
          </a:p>
        </p:txBody>
      </p:sp>
      <p:pic>
        <p:nvPicPr>
          <p:cNvPr id="5" name="Image 0" descr="/home/claude/appverse-docs/diagrams/df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1720" y="1600200"/>
            <a:ext cx="749808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 Implemented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recommendation algorithm at runtime — Trending for new users, Top-Rated for active users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80720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developer + audit log automatically when an app's approval status changes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1624" y="189280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21624" y="280720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creation of chatbot response objects (success, error, fallback, greeting)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28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complex multi-service calls for homepage, app-detail, and dashboard data loading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370832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31596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4828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9432" y="523036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@Builder across all entities and DTOs for safe, immutable object construction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193024" y="41148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1162B"/>
          </a:solidFill>
          <a:ln w="12700">
            <a:solidFill>
              <a:srgbClr val="262B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21624" y="431596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4828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21624" y="523036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Spring @Service and @Component beans are managed as singletons by the IoC container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Features Across the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379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AppBot Chat 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conversational assistant with rule-based fallback when no API key is configured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53328" y="16916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1928" y="18928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30568" y="18379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23500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collaborative + content-based filtering tailored to each user's activity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655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4107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92277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rating-weighted classification of reviews into positive / neutral / negative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3264408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34655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34107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Prediction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392277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star rating implied by review text, flags mismatches with the given rating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038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983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Review Detection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495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for short extreme reviews, sentiment mismatch, and spammy text patterns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53328" y="4837176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D2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1928" y="5038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4983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Prediction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81928" y="5495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growth forecasting using rating and category growth coefficients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Testing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 on every protected endpoint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— plaintext passwords never stored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1985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role checks (USER / DEVELOPER / ADMIN) at the service layer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9867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restricting allowed origins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5537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exception handling via @RestControllerAdvice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+ AssertJ for service-layer unit tests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852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database isolates tests from production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41985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CRUD operations, ownership checks, role assignment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9867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and duplicate-review detection tests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45537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repositories verify business logic independent of persistence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 |  Java Full Stack Capstone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AppVerse AI delivers a complete,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production-style marketplace.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secure role-based access to an AI recommendation engine, sentiment-aware reviews, and a live analytics dashboard — every capstone module is implemented, integrated, and tested end-to-end across a Spring Boot + React stack.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475488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4754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475488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754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Throughout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41080" y="475488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11162B"/>
          </a:solidFill>
          <a:ln w="12700">
            <a:solidFill>
              <a:srgbClr val="2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754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0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AppVerse AI - Smart App Marketplace &amp; Analytics Platform</dc:title>
  <dc:subject>PptxGenJS Presentation</dc:subject>
  <dc:creator>Lil Anugna Reddy</dc:creator>
  <cp:lastModifiedBy>Lil Anugna Reddy</cp:lastModifiedBy>
  <cp:revision>1</cp:revision>
  <dcterms:created xsi:type="dcterms:W3CDTF">2026-06-17T10:43:30Z</dcterms:created>
  <dcterms:modified xsi:type="dcterms:W3CDTF">2026-06-17T10:43:30Z</dcterms:modified>
</cp:coreProperties>
</file>